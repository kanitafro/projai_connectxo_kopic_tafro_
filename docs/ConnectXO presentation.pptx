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Roboto"/>
      <p:regular r:id="rId23"/>
      <p:bold r:id="rId24"/>
      <p:italic r:id="rId25"/>
      <p:boldItalic r:id="rId26"/>
    </p:embeddedFont>
    <p:embeddedFont>
      <p:font typeface="Oswald SemiBold"/>
      <p:regular r:id="rId27"/>
      <p:bold r:id="rId28"/>
    </p:embeddedFont>
    <p:embeddedFont>
      <p:font typeface="Merriweather"/>
      <p:regular r:id="rId29"/>
      <p:bold r:id="rId30"/>
      <p:italic r:id="rId31"/>
      <p:boldItalic r:id="rId32"/>
    </p:embeddedFont>
    <p:embeddedFont>
      <p:font typeface="Merriweather ExtraBold"/>
      <p:bold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oboto-bold.fntdata"/><Relationship Id="rId23" Type="http://schemas.openxmlformats.org/officeDocument/2006/relationships/font" Target="fonts/Robo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boldItalic.fntdata"/><Relationship Id="rId25" Type="http://schemas.openxmlformats.org/officeDocument/2006/relationships/font" Target="fonts/Roboto-italic.fntdata"/><Relationship Id="rId28" Type="http://schemas.openxmlformats.org/officeDocument/2006/relationships/font" Target="fonts/OswaldSemiBold-bold.fntdata"/><Relationship Id="rId27" Type="http://schemas.openxmlformats.org/officeDocument/2006/relationships/font" Target="fonts/OswaldSemiBo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erriweather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erriweather-italic.fntdata"/><Relationship Id="rId30" Type="http://schemas.openxmlformats.org/officeDocument/2006/relationships/font" Target="fonts/Merriweather-bold.fntdata"/><Relationship Id="rId11" Type="http://schemas.openxmlformats.org/officeDocument/2006/relationships/slide" Target="slides/slide6.xml"/><Relationship Id="rId33" Type="http://schemas.openxmlformats.org/officeDocument/2006/relationships/font" Target="fonts/MerriweatherExtraBold-bold.fntdata"/><Relationship Id="rId10" Type="http://schemas.openxmlformats.org/officeDocument/2006/relationships/slide" Target="slides/slide5.xml"/><Relationship Id="rId32" Type="http://schemas.openxmlformats.org/officeDocument/2006/relationships/font" Target="fonts/Merriweather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MerriweatherExtraBold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c7fe09bc10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c7fe09bc10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8793ae2bd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c8793ae2bd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c845f5fbff_2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c845f5fbff_2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8793ae2bd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c8793ae2bd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c8793ae2bd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c8793ae2bd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c8793ae2bd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c8793ae2bd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c8793ae2bd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c8793ae2bd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c8793ae2bd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c8793ae2bd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c8793ae2bd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c8793ae2bd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c801ee5df2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c801ee5df2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c801ee5df2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c801ee5df2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c7fe09bc10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c7fe09bc10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c801ee5df2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c801ee5df2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c801ee5df2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c801ee5df2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c801ee5df2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c801ee5df2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c845f5fbff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c845f5fbff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noFill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drive.google.com/file/d/1OagFX7j9d0O-0PMb3NWemXYHE0lx_Bba/view" TargetMode="External"/><Relationship Id="rId4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Relationship Id="rId5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Relationship Id="rId4" Type="http://schemas.openxmlformats.org/officeDocument/2006/relationships/image" Target="../media/image7.png"/><Relationship Id="rId5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Relationship Id="rId4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18.png"/><Relationship Id="rId5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8.png"/><Relationship Id="rId4" Type="http://schemas.openxmlformats.org/officeDocument/2006/relationships/image" Target="../media/image20.png"/><Relationship Id="rId5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A05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329400" y="1946685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Džana Kopić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Kanita Tafro</a:t>
            </a:r>
            <a:endParaRPr/>
          </a:p>
        </p:txBody>
      </p:sp>
      <p:pic>
        <p:nvPicPr>
          <p:cNvPr id="65" name="Google Shape;65;p13" title="winap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4325" y="3417525"/>
            <a:ext cx="1491499" cy="14914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6" name="Google Shape;66;p13"/>
          <p:cNvCxnSpPr/>
          <p:nvPr/>
        </p:nvCxnSpPr>
        <p:spPr>
          <a:xfrm flipH="1" rot="10800000">
            <a:off x="-17850" y="1771313"/>
            <a:ext cx="9237300" cy="2673600"/>
          </a:xfrm>
          <a:prstGeom prst="straightConnector1">
            <a:avLst/>
          </a:prstGeom>
          <a:noFill/>
          <a:ln cap="flat" cmpd="sng" w="114300">
            <a:solidFill>
              <a:srgbClr val="B8040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" name="Google Shape;67;p13"/>
          <p:cNvCxnSpPr/>
          <p:nvPr/>
        </p:nvCxnSpPr>
        <p:spPr>
          <a:xfrm flipH="1" rot="10800000">
            <a:off x="-39775" y="1829450"/>
            <a:ext cx="9449700" cy="2735700"/>
          </a:xfrm>
          <a:prstGeom prst="straightConnector1">
            <a:avLst/>
          </a:prstGeom>
          <a:noFill/>
          <a:ln cap="flat" cmpd="sng" w="114300">
            <a:solidFill>
              <a:srgbClr val="24B8F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" name="Google Shape;68;p13"/>
          <p:cNvSpPr txBox="1"/>
          <p:nvPr>
            <p:ph type="ctrTitle"/>
          </p:nvPr>
        </p:nvSpPr>
        <p:spPr>
          <a:xfrm>
            <a:off x="326112" y="546950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>
                <a:solidFill>
                  <a:srgbClr val="0B739F"/>
                </a:solidFill>
                <a:latin typeface="Merriweather ExtraBold"/>
                <a:ea typeface="Merriweather ExtraBold"/>
                <a:cs typeface="Merriweather ExtraBold"/>
                <a:sym typeface="Merriweather ExtraBold"/>
              </a:rPr>
              <a:t>Connect 4 / Tic-Tac-Toe Game </a:t>
            </a:r>
            <a:r>
              <a:rPr lang="en" sz="3933">
                <a:solidFill>
                  <a:srgbClr val="B80404"/>
                </a:solidFill>
                <a:latin typeface="Merriweather ExtraBold"/>
                <a:ea typeface="Merriweather ExtraBold"/>
                <a:cs typeface="Merriweather ExtraBold"/>
                <a:sym typeface="Merriweather ExtraBold"/>
              </a:rPr>
              <a:t>(ConnectXO)</a:t>
            </a:r>
            <a:endParaRPr sz="3933">
              <a:solidFill>
                <a:srgbClr val="B80404"/>
              </a:solidFill>
              <a:latin typeface="Merriweather ExtraBold"/>
              <a:ea typeface="Merriweather ExtraBold"/>
              <a:cs typeface="Merriweather ExtraBold"/>
              <a:sym typeface="Merriweather ExtraBold"/>
            </a:endParaRPr>
          </a:p>
        </p:txBody>
      </p:sp>
      <p:sp>
        <p:nvSpPr>
          <p:cNvPr id="69" name="Google Shape;69;p13"/>
          <p:cNvSpPr txBox="1"/>
          <p:nvPr>
            <p:ph type="ctrTitle"/>
          </p:nvPr>
        </p:nvSpPr>
        <p:spPr>
          <a:xfrm>
            <a:off x="297312" y="532379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>
                <a:solidFill>
                  <a:srgbClr val="B80404"/>
                </a:solidFill>
                <a:latin typeface="Merriweather ExtraBold"/>
                <a:ea typeface="Merriweather ExtraBold"/>
                <a:cs typeface="Merriweather ExtraBold"/>
                <a:sym typeface="Merriweather ExtraBold"/>
              </a:rPr>
              <a:t>Connect 4 / Tic-Tac-Toe Game </a:t>
            </a:r>
            <a:r>
              <a:rPr lang="en" sz="3933">
                <a:solidFill>
                  <a:srgbClr val="0B739F"/>
                </a:solidFill>
                <a:latin typeface="Merriweather ExtraBold"/>
                <a:ea typeface="Merriweather ExtraBold"/>
                <a:cs typeface="Merriweather ExtraBold"/>
                <a:sym typeface="Merriweather ExtraBold"/>
              </a:rPr>
              <a:t>(ConnectXO)</a:t>
            </a:r>
            <a:endParaRPr sz="3933">
              <a:solidFill>
                <a:srgbClr val="0B739F"/>
              </a:solidFill>
              <a:latin typeface="Merriweather ExtraBold"/>
              <a:ea typeface="Merriweather ExtraBold"/>
              <a:cs typeface="Merriweather ExtraBold"/>
              <a:sym typeface="Merriweather Extra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010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4" title="demo_video_connect4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95425" y="266700"/>
            <a:ext cx="6153150" cy="461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/>
        </p:nvSpPr>
        <p:spPr>
          <a:xfrm>
            <a:off x="267775" y="1469537"/>
            <a:ext cx="6431400" cy="33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80A05"/>
                </a:solidFill>
                <a:latin typeface="Roboto"/>
                <a:ea typeface="Roboto"/>
                <a:cs typeface="Roboto"/>
                <a:sym typeface="Roboto"/>
              </a:rPr>
              <a:t>Minimax</a:t>
            </a:r>
            <a:r>
              <a:rPr lang="en" sz="2100">
                <a:solidFill>
                  <a:srgbClr val="080A05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900">
                <a:solidFill>
                  <a:srgbClr val="080A05"/>
                </a:solidFill>
                <a:latin typeface="Roboto"/>
                <a:ea typeface="Roboto"/>
                <a:cs typeface="Roboto"/>
                <a:sym typeface="Roboto"/>
              </a:rPr>
              <a:t>with alpha-beta pruning</a:t>
            </a:r>
            <a:endParaRPr sz="1900">
              <a:solidFill>
                <a:srgbClr val="080A0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80A05"/>
                </a:solidFill>
                <a:latin typeface="Roboto"/>
                <a:ea typeface="Roboto"/>
                <a:cs typeface="Roboto"/>
                <a:sym typeface="Roboto"/>
              </a:rPr>
              <a:t>5 difficulty modes</a:t>
            </a:r>
            <a:endParaRPr sz="1900">
              <a:solidFill>
                <a:srgbClr val="080A0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80A05"/>
                </a:solidFill>
                <a:latin typeface="Roboto"/>
                <a:ea typeface="Roboto"/>
                <a:cs typeface="Roboto"/>
                <a:sym typeface="Roboto"/>
              </a:rPr>
              <a:t>Depth-scaling factor rather than separate algorithms</a:t>
            </a:r>
            <a:endParaRPr sz="1900">
              <a:solidFill>
                <a:srgbClr val="080A0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80A05"/>
              </a:buClr>
              <a:buSzPts val="1700"/>
              <a:buFont typeface="Arial"/>
              <a:buChar char="●"/>
            </a:pPr>
            <a:r>
              <a:rPr lang="en" sz="1900">
                <a:solidFill>
                  <a:srgbClr val="080A05"/>
                </a:solidFill>
                <a:latin typeface="Roboto"/>
                <a:ea typeface="Roboto"/>
                <a:cs typeface="Roboto"/>
                <a:sym typeface="Roboto"/>
              </a:rPr>
              <a:t>Very Easy: 30% depth</a:t>
            </a:r>
            <a:endParaRPr sz="1900">
              <a:solidFill>
                <a:srgbClr val="080A0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80A05"/>
              </a:buClr>
              <a:buSzPts val="1700"/>
              <a:buFont typeface="Arial"/>
              <a:buChar char="●"/>
            </a:pPr>
            <a:r>
              <a:rPr lang="en" sz="1900">
                <a:solidFill>
                  <a:srgbClr val="080A05"/>
                </a:solidFill>
                <a:latin typeface="Roboto"/>
                <a:ea typeface="Roboto"/>
                <a:cs typeface="Roboto"/>
                <a:sym typeface="Roboto"/>
              </a:rPr>
              <a:t>Easy: 45% depth</a:t>
            </a:r>
            <a:endParaRPr sz="1900">
              <a:solidFill>
                <a:srgbClr val="080A0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80A05"/>
              </a:buClr>
              <a:buSzPts val="1700"/>
              <a:buFont typeface="Arial"/>
              <a:buChar char="●"/>
            </a:pPr>
            <a:r>
              <a:rPr b="1" lang="en" sz="1900">
                <a:solidFill>
                  <a:srgbClr val="080A05"/>
                </a:solidFill>
                <a:latin typeface="Roboto"/>
                <a:ea typeface="Roboto"/>
                <a:cs typeface="Roboto"/>
                <a:sym typeface="Roboto"/>
              </a:rPr>
              <a:t>Medium: 65% depth</a:t>
            </a:r>
            <a:endParaRPr b="1" sz="1900">
              <a:solidFill>
                <a:srgbClr val="080A0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80A05"/>
              </a:buClr>
              <a:buSzPts val="1700"/>
              <a:buFont typeface="Arial"/>
              <a:buChar char="●"/>
            </a:pPr>
            <a:r>
              <a:rPr lang="en" sz="1900">
                <a:solidFill>
                  <a:srgbClr val="080A05"/>
                </a:solidFill>
                <a:latin typeface="Roboto"/>
                <a:ea typeface="Roboto"/>
                <a:cs typeface="Roboto"/>
                <a:sym typeface="Roboto"/>
              </a:rPr>
              <a:t>Hard: 80% depth</a:t>
            </a:r>
            <a:endParaRPr sz="1900">
              <a:solidFill>
                <a:srgbClr val="080A0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80A05"/>
              </a:buClr>
              <a:buSzPts val="1900"/>
              <a:buFont typeface="Arial"/>
              <a:buChar char="●"/>
            </a:pPr>
            <a:r>
              <a:rPr lang="en" sz="1900">
                <a:solidFill>
                  <a:srgbClr val="080A05"/>
                </a:solidFill>
                <a:latin typeface="Roboto"/>
                <a:ea typeface="Roboto"/>
                <a:cs typeface="Roboto"/>
                <a:sym typeface="Roboto"/>
              </a:rPr>
              <a:t>Very Hard: 100% depth</a:t>
            </a:r>
            <a:endParaRPr sz="1900">
              <a:solidFill>
                <a:srgbClr val="080A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-201075" y="-138525"/>
            <a:ext cx="9598200" cy="1377600"/>
          </a:xfrm>
          <a:prstGeom prst="rect">
            <a:avLst/>
          </a:prstGeom>
          <a:solidFill>
            <a:srgbClr val="0B739F"/>
          </a:solidFill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" name="Google Shape;81;p15"/>
          <p:cNvSpPr txBox="1"/>
          <p:nvPr>
            <p:ph type="title"/>
          </p:nvPr>
        </p:nvSpPr>
        <p:spPr>
          <a:xfrm>
            <a:off x="267763" y="427656"/>
            <a:ext cx="8520600" cy="623700"/>
          </a:xfrm>
          <a:prstGeom prst="rect">
            <a:avLst/>
          </a:prstGeom>
          <a:effectLst>
            <a:outerShdw rotWithShape="0" algn="bl" dir="3600000" dist="38100">
              <a:srgbClr val="B80404"/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latin typeface="Oswald SemiBold"/>
                <a:ea typeface="Oswald SemiBold"/>
                <a:cs typeface="Oswald SemiBold"/>
                <a:sym typeface="Oswald SemiBold"/>
              </a:rPr>
              <a:t>What powers the AI</a:t>
            </a:r>
            <a:endParaRPr sz="3700"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-98575" y="-226475"/>
            <a:ext cx="9495600" cy="498300"/>
          </a:xfrm>
          <a:prstGeom prst="rect">
            <a:avLst/>
          </a:prstGeom>
          <a:solidFill>
            <a:srgbClr val="B80404"/>
          </a:solidFill>
          <a:ln cap="flat" cmpd="sng" w="9525">
            <a:solidFill>
              <a:srgbClr val="B804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-127900" y="169175"/>
            <a:ext cx="9598200" cy="175800"/>
          </a:xfrm>
          <a:prstGeom prst="rect">
            <a:avLst/>
          </a:prstGeom>
          <a:solidFill>
            <a:srgbClr val="080A05"/>
          </a:solidFill>
          <a:ln cap="flat" cmpd="sng" w="9525">
            <a:solidFill>
              <a:srgbClr val="080A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775" y="1792337"/>
            <a:ext cx="3924049" cy="2633491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/>
          <p:nvPr/>
        </p:nvSpPr>
        <p:spPr>
          <a:xfrm>
            <a:off x="-201075" y="-138525"/>
            <a:ext cx="9598200" cy="1377600"/>
          </a:xfrm>
          <a:prstGeom prst="rect">
            <a:avLst/>
          </a:prstGeom>
          <a:solidFill>
            <a:srgbClr val="0B739F"/>
          </a:solidFill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" name="Google Shape;90;p16"/>
          <p:cNvSpPr txBox="1"/>
          <p:nvPr>
            <p:ph type="title"/>
          </p:nvPr>
        </p:nvSpPr>
        <p:spPr>
          <a:xfrm>
            <a:off x="267763" y="427656"/>
            <a:ext cx="8520600" cy="623700"/>
          </a:xfrm>
          <a:prstGeom prst="rect">
            <a:avLst/>
          </a:prstGeom>
          <a:effectLst>
            <a:outerShdw rotWithShape="0" algn="bl" dir="3600000" dist="38100">
              <a:srgbClr val="B80404"/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latin typeface="Oswald SemiBold"/>
                <a:ea typeface="Oswald SemiBold"/>
                <a:cs typeface="Oswald SemiBold"/>
                <a:sym typeface="Oswald SemiBold"/>
              </a:rPr>
              <a:t>Adjustable Settings</a:t>
            </a:r>
            <a:endParaRPr sz="3700"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-98575" y="-226475"/>
            <a:ext cx="9495600" cy="498300"/>
          </a:xfrm>
          <a:prstGeom prst="rect">
            <a:avLst/>
          </a:prstGeom>
          <a:solidFill>
            <a:srgbClr val="B80404"/>
          </a:solidFill>
          <a:ln cap="flat" cmpd="sng" w="9525">
            <a:solidFill>
              <a:srgbClr val="B804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-127900" y="169175"/>
            <a:ext cx="9598200" cy="175800"/>
          </a:xfrm>
          <a:prstGeom prst="rect">
            <a:avLst/>
          </a:prstGeom>
          <a:solidFill>
            <a:srgbClr val="080A05"/>
          </a:solidFill>
          <a:ln cap="flat" cmpd="sng" w="9525">
            <a:solidFill>
              <a:srgbClr val="080A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" name="Google Shape;93;p16"/>
          <p:cNvSpPr txBox="1"/>
          <p:nvPr>
            <p:ph idx="2" type="body"/>
          </p:nvPr>
        </p:nvSpPr>
        <p:spPr>
          <a:xfrm>
            <a:off x="4832425" y="1773821"/>
            <a:ext cx="3999900" cy="71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rgbClr val="B80404"/>
                </a:solidFill>
              </a:rPr>
              <a:t>Languages: English, Bosnian, Spanish (requires restart)</a:t>
            </a:r>
            <a:endParaRPr b="1" sz="1500">
              <a:solidFill>
                <a:srgbClr val="B80404"/>
              </a:solidFill>
            </a:endParaRPr>
          </a:p>
        </p:txBody>
      </p:sp>
      <p:sp>
        <p:nvSpPr>
          <p:cNvPr id="94" name="Google Shape;94;p16"/>
          <p:cNvSpPr txBox="1"/>
          <p:nvPr>
            <p:ph idx="2" type="body"/>
          </p:nvPr>
        </p:nvSpPr>
        <p:spPr>
          <a:xfrm>
            <a:off x="4832425" y="2541186"/>
            <a:ext cx="39999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rgbClr val="B80404"/>
                </a:solidFill>
              </a:rPr>
              <a:t>Difficulty modes</a:t>
            </a:r>
            <a:endParaRPr b="1" sz="1500">
              <a:solidFill>
                <a:srgbClr val="B80404"/>
              </a:solidFill>
            </a:endParaRPr>
          </a:p>
        </p:txBody>
      </p:sp>
      <p:sp>
        <p:nvSpPr>
          <p:cNvPr id="95" name="Google Shape;95;p16"/>
          <p:cNvSpPr txBox="1"/>
          <p:nvPr>
            <p:ph idx="2" type="body"/>
          </p:nvPr>
        </p:nvSpPr>
        <p:spPr>
          <a:xfrm>
            <a:off x="4832425" y="3070936"/>
            <a:ext cx="39999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rgbClr val="B80404"/>
                </a:solidFill>
              </a:rPr>
              <a:t>Hints</a:t>
            </a:r>
            <a:endParaRPr b="1" sz="1500">
              <a:solidFill>
                <a:srgbClr val="B80404"/>
              </a:solidFill>
            </a:endParaRPr>
          </a:p>
        </p:txBody>
      </p:sp>
      <p:sp>
        <p:nvSpPr>
          <p:cNvPr id="96" name="Google Shape;96;p16"/>
          <p:cNvSpPr txBox="1"/>
          <p:nvPr>
            <p:ph idx="2" type="body"/>
          </p:nvPr>
        </p:nvSpPr>
        <p:spPr>
          <a:xfrm>
            <a:off x="4832425" y="3557617"/>
            <a:ext cx="39999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rgbClr val="B80404"/>
                </a:solidFill>
              </a:rPr>
              <a:t>Five color themes (requires restart)</a:t>
            </a:r>
            <a:endParaRPr b="1" sz="1500">
              <a:solidFill>
                <a:srgbClr val="B80404"/>
              </a:solidFill>
            </a:endParaRPr>
          </a:p>
        </p:txBody>
      </p:sp>
      <p:sp>
        <p:nvSpPr>
          <p:cNvPr id="97" name="Google Shape;97;p16"/>
          <p:cNvSpPr txBox="1"/>
          <p:nvPr>
            <p:ph idx="2" type="body"/>
          </p:nvPr>
        </p:nvSpPr>
        <p:spPr>
          <a:xfrm>
            <a:off x="4832425" y="3991024"/>
            <a:ext cx="39999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rgbClr val="B80404"/>
                </a:solidFill>
              </a:rPr>
              <a:t>Counter reset</a:t>
            </a:r>
            <a:endParaRPr b="1" sz="1500">
              <a:solidFill>
                <a:srgbClr val="B80404"/>
              </a:solidFill>
            </a:endParaRPr>
          </a:p>
        </p:txBody>
      </p:sp>
      <p:cxnSp>
        <p:nvCxnSpPr>
          <p:cNvPr id="98" name="Google Shape;98;p16"/>
          <p:cNvCxnSpPr>
            <a:endCxn id="93" idx="1"/>
          </p:cNvCxnSpPr>
          <p:nvPr/>
        </p:nvCxnSpPr>
        <p:spPr>
          <a:xfrm flipH="1" rot="10800000">
            <a:off x="4213525" y="2131421"/>
            <a:ext cx="618900" cy="419400"/>
          </a:xfrm>
          <a:prstGeom prst="straightConnector1">
            <a:avLst/>
          </a:prstGeom>
          <a:noFill/>
          <a:ln cap="flat" cmpd="sng" w="28575">
            <a:solidFill>
              <a:srgbClr val="B8040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" name="Google Shape;99;p16"/>
          <p:cNvCxnSpPr>
            <a:endCxn id="94" idx="1"/>
          </p:cNvCxnSpPr>
          <p:nvPr/>
        </p:nvCxnSpPr>
        <p:spPr>
          <a:xfrm flipH="1" rot="10800000">
            <a:off x="4241125" y="2779986"/>
            <a:ext cx="591300" cy="78300"/>
          </a:xfrm>
          <a:prstGeom prst="straightConnector1">
            <a:avLst/>
          </a:prstGeom>
          <a:noFill/>
          <a:ln cap="flat" cmpd="sng" w="28575">
            <a:solidFill>
              <a:srgbClr val="B8040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" name="Google Shape;100;p16"/>
          <p:cNvCxnSpPr>
            <a:stCxn id="95" idx="1"/>
          </p:cNvCxnSpPr>
          <p:nvPr/>
        </p:nvCxnSpPr>
        <p:spPr>
          <a:xfrm rot="10800000">
            <a:off x="4230025" y="3104236"/>
            <a:ext cx="602400" cy="205500"/>
          </a:xfrm>
          <a:prstGeom prst="straightConnector1">
            <a:avLst/>
          </a:prstGeom>
          <a:noFill/>
          <a:ln cap="flat" cmpd="sng" w="28575">
            <a:solidFill>
              <a:srgbClr val="B8040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" name="Google Shape;101;p16"/>
          <p:cNvCxnSpPr/>
          <p:nvPr/>
        </p:nvCxnSpPr>
        <p:spPr>
          <a:xfrm>
            <a:off x="4208875" y="3309725"/>
            <a:ext cx="638400" cy="428700"/>
          </a:xfrm>
          <a:prstGeom prst="straightConnector1">
            <a:avLst/>
          </a:prstGeom>
          <a:noFill/>
          <a:ln cap="flat" cmpd="sng" w="28575">
            <a:solidFill>
              <a:srgbClr val="B8040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" name="Google Shape;102;p16"/>
          <p:cNvCxnSpPr/>
          <p:nvPr/>
        </p:nvCxnSpPr>
        <p:spPr>
          <a:xfrm rot="10800000">
            <a:off x="3686054" y="3811038"/>
            <a:ext cx="1137300" cy="382500"/>
          </a:xfrm>
          <a:prstGeom prst="straightConnector1">
            <a:avLst/>
          </a:prstGeom>
          <a:noFill/>
          <a:ln cap="flat" cmpd="sng" w="28575">
            <a:solidFill>
              <a:srgbClr val="B8040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/>
        </p:nvSpPr>
        <p:spPr>
          <a:xfrm>
            <a:off x="7458775" y="3811325"/>
            <a:ext cx="17739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8" name="Google Shape;10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050" y="2004925"/>
            <a:ext cx="3296900" cy="221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9662" y="1833103"/>
            <a:ext cx="3839700" cy="2520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7"/>
          <p:cNvSpPr/>
          <p:nvPr/>
        </p:nvSpPr>
        <p:spPr>
          <a:xfrm>
            <a:off x="-201075" y="-138525"/>
            <a:ext cx="9598200" cy="1377600"/>
          </a:xfrm>
          <a:prstGeom prst="rect">
            <a:avLst/>
          </a:prstGeom>
          <a:solidFill>
            <a:srgbClr val="0B739F"/>
          </a:solidFill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17"/>
          <p:cNvSpPr txBox="1"/>
          <p:nvPr>
            <p:ph type="title"/>
          </p:nvPr>
        </p:nvSpPr>
        <p:spPr>
          <a:xfrm>
            <a:off x="267763" y="427656"/>
            <a:ext cx="8520600" cy="623700"/>
          </a:xfrm>
          <a:prstGeom prst="rect">
            <a:avLst/>
          </a:prstGeom>
          <a:effectLst>
            <a:outerShdw rotWithShape="0" algn="bl" dir="3600000" dist="38100">
              <a:srgbClr val="B80404"/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latin typeface="Oswald SemiBold"/>
                <a:ea typeface="Oswald SemiBold"/>
                <a:cs typeface="Oswald SemiBold"/>
                <a:sym typeface="Oswald SemiBold"/>
              </a:rPr>
              <a:t>Adjustable Settings</a:t>
            </a:r>
            <a:endParaRPr sz="3700"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12" name="Google Shape;112;p17"/>
          <p:cNvSpPr/>
          <p:nvPr/>
        </p:nvSpPr>
        <p:spPr>
          <a:xfrm>
            <a:off x="-98575" y="-226475"/>
            <a:ext cx="9495600" cy="498300"/>
          </a:xfrm>
          <a:prstGeom prst="rect">
            <a:avLst/>
          </a:prstGeom>
          <a:solidFill>
            <a:srgbClr val="B80404"/>
          </a:solidFill>
          <a:ln cap="flat" cmpd="sng" w="9525">
            <a:solidFill>
              <a:srgbClr val="B804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-127900" y="169175"/>
            <a:ext cx="9598200" cy="175800"/>
          </a:xfrm>
          <a:prstGeom prst="rect">
            <a:avLst/>
          </a:prstGeom>
          <a:solidFill>
            <a:srgbClr val="080A05"/>
          </a:solidFill>
          <a:ln cap="flat" cmpd="sng" w="9525">
            <a:solidFill>
              <a:srgbClr val="080A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" name="Google Shape;114;p17"/>
          <p:cNvSpPr txBox="1"/>
          <p:nvPr>
            <p:ph idx="2" type="body"/>
          </p:nvPr>
        </p:nvSpPr>
        <p:spPr>
          <a:xfrm>
            <a:off x="4832425" y="1773821"/>
            <a:ext cx="3999900" cy="71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rgbClr val="B80404"/>
                </a:solidFill>
              </a:rPr>
              <a:t>Languages: English, Bosnian, Spanish (requires restart)</a:t>
            </a:r>
            <a:endParaRPr b="1" sz="1500">
              <a:solidFill>
                <a:srgbClr val="B80404"/>
              </a:solidFill>
            </a:endParaRPr>
          </a:p>
        </p:txBody>
      </p:sp>
      <p:cxnSp>
        <p:nvCxnSpPr>
          <p:cNvPr id="115" name="Google Shape;115;p17"/>
          <p:cNvCxnSpPr>
            <a:endCxn id="114" idx="1"/>
          </p:cNvCxnSpPr>
          <p:nvPr/>
        </p:nvCxnSpPr>
        <p:spPr>
          <a:xfrm flipH="1" rot="10800000">
            <a:off x="4213525" y="2131421"/>
            <a:ext cx="618900" cy="419400"/>
          </a:xfrm>
          <a:prstGeom prst="straightConnector1">
            <a:avLst/>
          </a:prstGeom>
          <a:noFill/>
          <a:ln cap="flat" cmpd="sng" w="28575">
            <a:solidFill>
              <a:srgbClr val="B8040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idx="1" type="body"/>
          </p:nvPr>
        </p:nvSpPr>
        <p:spPr>
          <a:xfrm>
            <a:off x="35700" y="4093334"/>
            <a:ext cx="2961900" cy="3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rgbClr val="B80404"/>
                </a:solidFill>
              </a:rPr>
              <a:t>ENGLISH</a:t>
            </a:r>
            <a:endParaRPr b="1" sz="1500">
              <a:solidFill>
                <a:srgbClr val="B80404"/>
              </a:solidFill>
            </a:endParaRPr>
          </a:p>
        </p:txBody>
      </p:sp>
      <p:sp>
        <p:nvSpPr>
          <p:cNvPr id="121" name="Google Shape;121;p18"/>
          <p:cNvSpPr/>
          <p:nvPr/>
        </p:nvSpPr>
        <p:spPr>
          <a:xfrm>
            <a:off x="-201075" y="-138525"/>
            <a:ext cx="9598200" cy="1377600"/>
          </a:xfrm>
          <a:prstGeom prst="rect">
            <a:avLst/>
          </a:prstGeom>
          <a:solidFill>
            <a:srgbClr val="0B739F"/>
          </a:solidFill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" name="Google Shape;122;p18"/>
          <p:cNvSpPr txBox="1"/>
          <p:nvPr>
            <p:ph type="title"/>
          </p:nvPr>
        </p:nvSpPr>
        <p:spPr>
          <a:xfrm>
            <a:off x="267763" y="427656"/>
            <a:ext cx="8520600" cy="623700"/>
          </a:xfrm>
          <a:prstGeom prst="rect">
            <a:avLst/>
          </a:prstGeom>
          <a:effectLst>
            <a:outerShdw rotWithShape="0" algn="bl" dir="3600000" dist="38100">
              <a:srgbClr val="B80404"/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latin typeface="Oswald SemiBold"/>
                <a:ea typeface="Oswald SemiBold"/>
                <a:cs typeface="Oswald SemiBold"/>
                <a:sym typeface="Oswald SemiBold"/>
              </a:rPr>
              <a:t>Languages</a:t>
            </a:r>
            <a:endParaRPr sz="3700"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23" name="Google Shape;123;p18"/>
          <p:cNvSpPr/>
          <p:nvPr/>
        </p:nvSpPr>
        <p:spPr>
          <a:xfrm>
            <a:off x="-98575" y="-226475"/>
            <a:ext cx="9495600" cy="498300"/>
          </a:xfrm>
          <a:prstGeom prst="rect">
            <a:avLst/>
          </a:prstGeom>
          <a:solidFill>
            <a:srgbClr val="B80404"/>
          </a:solidFill>
          <a:ln cap="flat" cmpd="sng" w="9525">
            <a:solidFill>
              <a:srgbClr val="B804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-127900" y="169175"/>
            <a:ext cx="9598200" cy="175800"/>
          </a:xfrm>
          <a:prstGeom prst="rect">
            <a:avLst/>
          </a:prstGeom>
          <a:solidFill>
            <a:srgbClr val="080A05"/>
          </a:solidFill>
          <a:ln cap="flat" cmpd="sng" w="9525">
            <a:solidFill>
              <a:srgbClr val="080A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5" name="Google Shape;12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9" y="1698797"/>
            <a:ext cx="2961960" cy="2376246"/>
          </a:xfrm>
          <a:prstGeom prst="rect">
            <a:avLst/>
          </a:prstGeom>
          <a:noFill/>
          <a:ln>
            <a:noFill/>
          </a:ln>
          <a:effectLst>
            <a:outerShdw blurRad="55605" rotWithShape="0" algn="bl" dir="5400000" dist="18535">
              <a:srgbClr val="000000">
                <a:alpha val="50000"/>
              </a:srgbClr>
            </a:outerShdw>
          </a:effectLst>
        </p:spPr>
      </p:pic>
      <p:pic>
        <p:nvPicPr>
          <p:cNvPr id="126" name="Google Shape;12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82810" y="1702798"/>
            <a:ext cx="2961960" cy="2368238"/>
          </a:xfrm>
          <a:prstGeom prst="rect">
            <a:avLst/>
          </a:prstGeom>
          <a:noFill/>
          <a:ln>
            <a:noFill/>
          </a:ln>
          <a:effectLst>
            <a:outerShdw blurRad="55605" rotWithShape="0" algn="bl" dir="5400000" dist="18535">
              <a:srgbClr val="000000">
                <a:alpha val="50000"/>
              </a:srgbClr>
            </a:outerShdw>
          </a:effectLst>
        </p:spPr>
      </p:pic>
      <p:pic>
        <p:nvPicPr>
          <p:cNvPr id="127" name="Google Shape;127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29986" y="1702798"/>
            <a:ext cx="2951240" cy="2368240"/>
          </a:xfrm>
          <a:prstGeom prst="rect">
            <a:avLst/>
          </a:prstGeom>
          <a:noFill/>
          <a:ln>
            <a:noFill/>
          </a:ln>
          <a:effectLst>
            <a:outerShdw blurRad="55605" rotWithShape="0" algn="bl" dir="5400000" dist="18535">
              <a:srgbClr val="000000">
                <a:alpha val="50000"/>
              </a:srgbClr>
            </a:outerShdw>
          </a:effectLst>
        </p:spPr>
      </p:pic>
      <p:sp>
        <p:nvSpPr>
          <p:cNvPr id="128" name="Google Shape;128;p18"/>
          <p:cNvSpPr txBox="1"/>
          <p:nvPr>
            <p:ph idx="1" type="body"/>
          </p:nvPr>
        </p:nvSpPr>
        <p:spPr>
          <a:xfrm>
            <a:off x="3082875" y="4093334"/>
            <a:ext cx="2961900" cy="3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rgbClr val="B80404"/>
                </a:solidFill>
              </a:rPr>
              <a:t>BOSNIAN</a:t>
            </a:r>
            <a:endParaRPr b="1" sz="1500">
              <a:solidFill>
                <a:srgbClr val="B80404"/>
              </a:solidFill>
            </a:endParaRPr>
          </a:p>
        </p:txBody>
      </p:sp>
      <p:sp>
        <p:nvSpPr>
          <p:cNvPr id="129" name="Google Shape;129;p18"/>
          <p:cNvSpPr txBox="1"/>
          <p:nvPr>
            <p:ph idx="1" type="body"/>
          </p:nvPr>
        </p:nvSpPr>
        <p:spPr>
          <a:xfrm>
            <a:off x="6129975" y="4093334"/>
            <a:ext cx="2961900" cy="3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rgbClr val="B80404"/>
                </a:solidFill>
              </a:rPr>
              <a:t>SPANISH</a:t>
            </a:r>
            <a:endParaRPr b="1" sz="1500">
              <a:solidFill>
                <a:srgbClr val="B80404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479" y="1884323"/>
            <a:ext cx="3722200" cy="249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9"/>
          <p:cNvSpPr/>
          <p:nvPr/>
        </p:nvSpPr>
        <p:spPr>
          <a:xfrm>
            <a:off x="-201075" y="-138525"/>
            <a:ext cx="9598200" cy="1377600"/>
          </a:xfrm>
          <a:prstGeom prst="rect">
            <a:avLst/>
          </a:prstGeom>
          <a:solidFill>
            <a:srgbClr val="0B739F"/>
          </a:solidFill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" name="Google Shape;136;p19"/>
          <p:cNvSpPr txBox="1"/>
          <p:nvPr>
            <p:ph type="title"/>
          </p:nvPr>
        </p:nvSpPr>
        <p:spPr>
          <a:xfrm>
            <a:off x="267763" y="427656"/>
            <a:ext cx="8520600" cy="623700"/>
          </a:xfrm>
          <a:prstGeom prst="rect">
            <a:avLst/>
          </a:prstGeom>
          <a:effectLst>
            <a:outerShdw rotWithShape="0" algn="bl" dir="3600000" dist="38100">
              <a:srgbClr val="B80404"/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latin typeface="Oswald SemiBold"/>
                <a:ea typeface="Oswald SemiBold"/>
                <a:cs typeface="Oswald SemiBold"/>
                <a:sym typeface="Oswald SemiBold"/>
              </a:rPr>
              <a:t>Adjustable Settings</a:t>
            </a:r>
            <a:endParaRPr sz="3700"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37" name="Google Shape;137;p19"/>
          <p:cNvSpPr/>
          <p:nvPr/>
        </p:nvSpPr>
        <p:spPr>
          <a:xfrm>
            <a:off x="-98575" y="-226475"/>
            <a:ext cx="9495600" cy="498300"/>
          </a:xfrm>
          <a:prstGeom prst="rect">
            <a:avLst/>
          </a:prstGeom>
          <a:solidFill>
            <a:srgbClr val="B80404"/>
          </a:solidFill>
          <a:ln cap="flat" cmpd="sng" w="9525">
            <a:solidFill>
              <a:srgbClr val="B804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" name="Google Shape;138;p19"/>
          <p:cNvSpPr/>
          <p:nvPr/>
        </p:nvSpPr>
        <p:spPr>
          <a:xfrm>
            <a:off x="-127900" y="169175"/>
            <a:ext cx="9598200" cy="175800"/>
          </a:xfrm>
          <a:prstGeom prst="rect">
            <a:avLst/>
          </a:prstGeom>
          <a:solidFill>
            <a:srgbClr val="080A05"/>
          </a:solidFill>
          <a:ln cap="flat" cmpd="sng" w="9525">
            <a:solidFill>
              <a:srgbClr val="080A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" name="Google Shape;139;p19"/>
          <p:cNvSpPr txBox="1"/>
          <p:nvPr>
            <p:ph idx="2" type="body"/>
          </p:nvPr>
        </p:nvSpPr>
        <p:spPr>
          <a:xfrm>
            <a:off x="4832425" y="2541186"/>
            <a:ext cx="39999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800">
                <a:solidFill>
                  <a:srgbClr val="B80404"/>
                </a:solidFill>
              </a:rPr>
              <a:t>Difficulty modes</a:t>
            </a:r>
            <a:endParaRPr b="1" sz="1800">
              <a:solidFill>
                <a:srgbClr val="B80404"/>
              </a:solidFill>
            </a:endParaRPr>
          </a:p>
        </p:txBody>
      </p:sp>
      <p:cxnSp>
        <p:nvCxnSpPr>
          <p:cNvPr id="140" name="Google Shape;140;p19"/>
          <p:cNvCxnSpPr>
            <a:endCxn id="139" idx="1"/>
          </p:cNvCxnSpPr>
          <p:nvPr/>
        </p:nvCxnSpPr>
        <p:spPr>
          <a:xfrm flipH="1" rot="10800000">
            <a:off x="4241125" y="2779986"/>
            <a:ext cx="591300" cy="78300"/>
          </a:xfrm>
          <a:prstGeom prst="straightConnector1">
            <a:avLst/>
          </a:prstGeom>
          <a:noFill/>
          <a:ln cap="flat" cmpd="sng" w="28575">
            <a:solidFill>
              <a:srgbClr val="B8040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" name="Google Shape;141;p19"/>
          <p:cNvSpPr txBox="1"/>
          <p:nvPr/>
        </p:nvSpPr>
        <p:spPr>
          <a:xfrm>
            <a:off x="4742011" y="2928917"/>
            <a:ext cx="3000000" cy="15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80404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B80404"/>
                </a:solidFill>
                <a:latin typeface="Roboto"/>
                <a:ea typeface="Roboto"/>
                <a:cs typeface="Roboto"/>
                <a:sym typeface="Roboto"/>
              </a:rPr>
              <a:t>Very Easy: 30% depth</a:t>
            </a:r>
            <a:endParaRPr sz="1600">
              <a:solidFill>
                <a:srgbClr val="B8040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80404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B80404"/>
                </a:solidFill>
                <a:latin typeface="Roboto"/>
                <a:ea typeface="Roboto"/>
                <a:cs typeface="Roboto"/>
                <a:sym typeface="Roboto"/>
              </a:rPr>
              <a:t>Easy: 45% depth</a:t>
            </a:r>
            <a:endParaRPr sz="1600">
              <a:solidFill>
                <a:srgbClr val="B8040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80404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B80404"/>
                </a:solidFill>
                <a:latin typeface="Roboto"/>
                <a:ea typeface="Roboto"/>
                <a:cs typeface="Roboto"/>
                <a:sym typeface="Roboto"/>
              </a:rPr>
              <a:t>Medium: 65% depth</a:t>
            </a:r>
            <a:endParaRPr sz="1600">
              <a:solidFill>
                <a:srgbClr val="B8040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80404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B80404"/>
                </a:solidFill>
                <a:latin typeface="Roboto"/>
                <a:ea typeface="Roboto"/>
                <a:cs typeface="Roboto"/>
                <a:sym typeface="Roboto"/>
              </a:rPr>
              <a:t>Hard: 80% depth</a:t>
            </a:r>
            <a:endParaRPr sz="1600">
              <a:solidFill>
                <a:srgbClr val="B8040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80404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B80404"/>
                </a:solidFill>
                <a:latin typeface="Roboto"/>
                <a:ea typeface="Roboto"/>
                <a:cs typeface="Roboto"/>
                <a:sym typeface="Roboto"/>
              </a:rPr>
              <a:t>Very Hard: 100% depth</a:t>
            </a:r>
            <a:endParaRPr sz="1600">
              <a:solidFill>
                <a:srgbClr val="B80404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0"/>
          <p:cNvSpPr txBox="1"/>
          <p:nvPr/>
        </p:nvSpPr>
        <p:spPr>
          <a:xfrm>
            <a:off x="7458775" y="3811325"/>
            <a:ext cx="17739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p20"/>
          <p:cNvSpPr/>
          <p:nvPr/>
        </p:nvSpPr>
        <p:spPr>
          <a:xfrm>
            <a:off x="-201075" y="-138525"/>
            <a:ext cx="9598200" cy="1377600"/>
          </a:xfrm>
          <a:prstGeom prst="rect">
            <a:avLst/>
          </a:prstGeom>
          <a:solidFill>
            <a:srgbClr val="0B739F"/>
          </a:solidFill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" name="Google Shape;148;p20"/>
          <p:cNvSpPr txBox="1"/>
          <p:nvPr>
            <p:ph type="title"/>
          </p:nvPr>
        </p:nvSpPr>
        <p:spPr>
          <a:xfrm>
            <a:off x="267763" y="427656"/>
            <a:ext cx="8520600" cy="623700"/>
          </a:xfrm>
          <a:prstGeom prst="rect">
            <a:avLst/>
          </a:prstGeom>
          <a:effectLst>
            <a:outerShdw rotWithShape="0" algn="bl" dir="3600000" dist="38100">
              <a:srgbClr val="B80404"/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latin typeface="Oswald SemiBold"/>
                <a:ea typeface="Oswald SemiBold"/>
                <a:cs typeface="Oswald SemiBold"/>
                <a:sym typeface="Oswald SemiBold"/>
              </a:rPr>
              <a:t>Adjustable Settings</a:t>
            </a:r>
            <a:endParaRPr sz="3700"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49" name="Google Shape;149;p20"/>
          <p:cNvSpPr/>
          <p:nvPr/>
        </p:nvSpPr>
        <p:spPr>
          <a:xfrm>
            <a:off x="-98575" y="-226475"/>
            <a:ext cx="9495600" cy="498300"/>
          </a:xfrm>
          <a:prstGeom prst="rect">
            <a:avLst/>
          </a:prstGeom>
          <a:solidFill>
            <a:srgbClr val="B80404"/>
          </a:solidFill>
          <a:ln cap="flat" cmpd="sng" w="9525">
            <a:solidFill>
              <a:srgbClr val="B804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20"/>
          <p:cNvSpPr/>
          <p:nvPr/>
        </p:nvSpPr>
        <p:spPr>
          <a:xfrm>
            <a:off x="-127900" y="169175"/>
            <a:ext cx="9598200" cy="175800"/>
          </a:xfrm>
          <a:prstGeom prst="rect">
            <a:avLst/>
          </a:prstGeom>
          <a:solidFill>
            <a:srgbClr val="080A05"/>
          </a:solidFill>
          <a:ln cap="flat" cmpd="sng" w="9525">
            <a:solidFill>
              <a:srgbClr val="080A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1" name="Google Shape;15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200" y="1791877"/>
            <a:ext cx="4314914" cy="287977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0"/>
          <p:cNvSpPr txBox="1"/>
          <p:nvPr>
            <p:ph idx="2" type="body"/>
          </p:nvPr>
        </p:nvSpPr>
        <p:spPr>
          <a:xfrm>
            <a:off x="5335468" y="3196732"/>
            <a:ext cx="31179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900">
                <a:solidFill>
                  <a:srgbClr val="B80404"/>
                </a:solidFill>
              </a:rPr>
              <a:t>Hints</a:t>
            </a:r>
            <a:endParaRPr b="1" sz="1900">
              <a:solidFill>
                <a:srgbClr val="B80404"/>
              </a:solidFill>
            </a:endParaRPr>
          </a:p>
        </p:txBody>
      </p:sp>
      <p:cxnSp>
        <p:nvCxnSpPr>
          <p:cNvPr id="153" name="Google Shape;153;p20"/>
          <p:cNvCxnSpPr>
            <a:stCxn id="152" idx="1"/>
          </p:cNvCxnSpPr>
          <p:nvPr/>
        </p:nvCxnSpPr>
        <p:spPr>
          <a:xfrm rot="10800000">
            <a:off x="4733068" y="3230032"/>
            <a:ext cx="602400" cy="205500"/>
          </a:xfrm>
          <a:prstGeom prst="straightConnector1">
            <a:avLst/>
          </a:prstGeom>
          <a:noFill/>
          <a:ln cap="flat" cmpd="sng" w="28575">
            <a:solidFill>
              <a:srgbClr val="B8040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1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1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1"/>
          <p:cNvSpPr/>
          <p:nvPr/>
        </p:nvSpPr>
        <p:spPr>
          <a:xfrm>
            <a:off x="-201075" y="-138525"/>
            <a:ext cx="9598200" cy="1377600"/>
          </a:xfrm>
          <a:prstGeom prst="rect">
            <a:avLst/>
          </a:prstGeom>
          <a:solidFill>
            <a:srgbClr val="0B739F"/>
          </a:solidFill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" name="Google Shape;161;p21"/>
          <p:cNvSpPr txBox="1"/>
          <p:nvPr>
            <p:ph type="title"/>
          </p:nvPr>
        </p:nvSpPr>
        <p:spPr>
          <a:xfrm>
            <a:off x="267763" y="427656"/>
            <a:ext cx="8520600" cy="623700"/>
          </a:xfrm>
          <a:prstGeom prst="rect">
            <a:avLst/>
          </a:prstGeom>
          <a:effectLst>
            <a:outerShdw rotWithShape="0" algn="bl" dir="3600000" dist="38100">
              <a:srgbClr val="B80404"/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latin typeface="Oswald SemiBold"/>
                <a:ea typeface="Oswald SemiBold"/>
                <a:cs typeface="Oswald SemiBold"/>
                <a:sym typeface="Oswald SemiBold"/>
              </a:rPr>
              <a:t>Hints</a:t>
            </a:r>
            <a:endParaRPr sz="3700"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62" name="Google Shape;162;p21"/>
          <p:cNvSpPr/>
          <p:nvPr/>
        </p:nvSpPr>
        <p:spPr>
          <a:xfrm>
            <a:off x="-98575" y="-226475"/>
            <a:ext cx="9495600" cy="498300"/>
          </a:xfrm>
          <a:prstGeom prst="rect">
            <a:avLst/>
          </a:prstGeom>
          <a:solidFill>
            <a:srgbClr val="B80404"/>
          </a:solidFill>
          <a:ln cap="flat" cmpd="sng" w="9525">
            <a:solidFill>
              <a:srgbClr val="B804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" name="Google Shape;163;p21"/>
          <p:cNvSpPr/>
          <p:nvPr/>
        </p:nvSpPr>
        <p:spPr>
          <a:xfrm>
            <a:off x="-127900" y="169175"/>
            <a:ext cx="9598200" cy="175800"/>
          </a:xfrm>
          <a:prstGeom prst="rect">
            <a:avLst/>
          </a:prstGeom>
          <a:solidFill>
            <a:srgbClr val="080A05"/>
          </a:solidFill>
          <a:ln cap="flat" cmpd="sng" w="9525">
            <a:solidFill>
              <a:srgbClr val="080A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4" name="Google Shape;164;p21"/>
          <p:cNvPicPr preferRelativeResize="0"/>
          <p:nvPr/>
        </p:nvPicPr>
        <p:blipFill rotWithShape="1">
          <a:blip r:embed="rId3">
            <a:alphaModFix/>
          </a:blip>
          <a:srcRect b="0" l="0" r="783" t="0"/>
          <a:stretch/>
        </p:blipFill>
        <p:spPr>
          <a:xfrm>
            <a:off x="181500" y="1404948"/>
            <a:ext cx="4260300" cy="340073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65" name="Google Shape;16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8700" y="1412600"/>
            <a:ext cx="4260301" cy="338543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66" name="Google Shape;166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52131" y="1408204"/>
            <a:ext cx="4231770" cy="338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/>
          <p:nvPr/>
        </p:nvSpPr>
        <p:spPr>
          <a:xfrm>
            <a:off x="7458775" y="3811325"/>
            <a:ext cx="17739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2" name="Google Shape;17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111" y="1990547"/>
            <a:ext cx="3296789" cy="221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1550" y="1437699"/>
            <a:ext cx="3999900" cy="3318316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2"/>
          <p:cNvSpPr/>
          <p:nvPr/>
        </p:nvSpPr>
        <p:spPr>
          <a:xfrm>
            <a:off x="-201075" y="-138525"/>
            <a:ext cx="9598200" cy="1377600"/>
          </a:xfrm>
          <a:prstGeom prst="rect">
            <a:avLst/>
          </a:prstGeom>
          <a:solidFill>
            <a:srgbClr val="0B739F"/>
          </a:solidFill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22"/>
          <p:cNvSpPr txBox="1"/>
          <p:nvPr>
            <p:ph type="title"/>
          </p:nvPr>
        </p:nvSpPr>
        <p:spPr>
          <a:xfrm>
            <a:off x="267763" y="427656"/>
            <a:ext cx="8520600" cy="623700"/>
          </a:xfrm>
          <a:prstGeom prst="rect">
            <a:avLst/>
          </a:prstGeom>
          <a:effectLst>
            <a:outerShdw rotWithShape="0" algn="bl" dir="3600000" dist="38100">
              <a:srgbClr val="B80404"/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latin typeface="Oswald SemiBold"/>
                <a:ea typeface="Oswald SemiBold"/>
                <a:cs typeface="Oswald SemiBold"/>
                <a:sym typeface="Oswald SemiBold"/>
              </a:rPr>
              <a:t>Adjustable Settings</a:t>
            </a:r>
            <a:endParaRPr sz="3700"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76" name="Google Shape;176;p22"/>
          <p:cNvSpPr/>
          <p:nvPr/>
        </p:nvSpPr>
        <p:spPr>
          <a:xfrm>
            <a:off x="-98575" y="-226475"/>
            <a:ext cx="9495600" cy="498300"/>
          </a:xfrm>
          <a:prstGeom prst="rect">
            <a:avLst/>
          </a:prstGeom>
          <a:solidFill>
            <a:srgbClr val="B80404"/>
          </a:solidFill>
          <a:ln cap="flat" cmpd="sng" w="9525">
            <a:solidFill>
              <a:srgbClr val="B804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" name="Google Shape;177;p22"/>
          <p:cNvSpPr/>
          <p:nvPr/>
        </p:nvSpPr>
        <p:spPr>
          <a:xfrm>
            <a:off x="-127900" y="169175"/>
            <a:ext cx="9598200" cy="175800"/>
          </a:xfrm>
          <a:prstGeom prst="rect">
            <a:avLst/>
          </a:prstGeom>
          <a:solidFill>
            <a:srgbClr val="080A05"/>
          </a:solidFill>
          <a:ln cap="flat" cmpd="sng" w="9525">
            <a:solidFill>
              <a:srgbClr val="080A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" name="Google Shape;178;p22"/>
          <p:cNvSpPr txBox="1"/>
          <p:nvPr>
            <p:ph idx="2" type="body"/>
          </p:nvPr>
        </p:nvSpPr>
        <p:spPr>
          <a:xfrm>
            <a:off x="4976208" y="3521660"/>
            <a:ext cx="39999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700">
                <a:solidFill>
                  <a:srgbClr val="B80404"/>
                </a:solidFill>
              </a:rPr>
              <a:t>Five color themes (requires restart)</a:t>
            </a:r>
            <a:endParaRPr b="1" sz="1700">
              <a:solidFill>
                <a:srgbClr val="B80404"/>
              </a:solidFill>
            </a:endParaRPr>
          </a:p>
        </p:txBody>
      </p:sp>
      <p:cxnSp>
        <p:nvCxnSpPr>
          <p:cNvPr id="179" name="Google Shape;179;p22"/>
          <p:cNvCxnSpPr/>
          <p:nvPr/>
        </p:nvCxnSpPr>
        <p:spPr>
          <a:xfrm>
            <a:off x="4352659" y="3273768"/>
            <a:ext cx="638400" cy="428700"/>
          </a:xfrm>
          <a:prstGeom prst="straightConnector1">
            <a:avLst/>
          </a:prstGeom>
          <a:noFill/>
          <a:ln cap="flat" cmpd="sng" w="28575">
            <a:solidFill>
              <a:srgbClr val="B8040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3"/>
          <p:cNvSpPr txBox="1"/>
          <p:nvPr>
            <p:ph type="title"/>
          </p:nvPr>
        </p:nvSpPr>
        <p:spPr>
          <a:xfrm>
            <a:off x="457450" y="1108000"/>
            <a:ext cx="6001500" cy="359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900">
                <a:solidFill>
                  <a:srgbClr val="080A05"/>
                </a:solidFill>
              </a:rPr>
              <a:t>Color themes</a:t>
            </a:r>
            <a:endParaRPr sz="8900">
              <a:solidFill>
                <a:srgbClr val="080A05"/>
              </a:solidFill>
            </a:endParaRPr>
          </a:p>
        </p:txBody>
      </p:sp>
      <p:cxnSp>
        <p:nvCxnSpPr>
          <p:cNvPr id="185" name="Google Shape;185;p23"/>
          <p:cNvCxnSpPr/>
          <p:nvPr/>
        </p:nvCxnSpPr>
        <p:spPr>
          <a:xfrm flipH="1" rot="-8660081">
            <a:off x="238482" y="-33435"/>
            <a:ext cx="9721128" cy="2718994"/>
          </a:xfrm>
          <a:prstGeom prst="straightConnector1">
            <a:avLst/>
          </a:prstGeom>
          <a:noFill/>
          <a:ln cap="flat" cmpd="sng" w="152400">
            <a:solidFill>
              <a:srgbClr val="B8040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" name="Google Shape;186;p23"/>
          <p:cNvCxnSpPr/>
          <p:nvPr/>
        </p:nvCxnSpPr>
        <p:spPr>
          <a:xfrm flipH="1" rot="-8660072">
            <a:off x="141762" y="171898"/>
            <a:ext cx="9944917" cy="2781918"/>
          </a:xfrm>
          <a:prstGeom prst="straightConnector1">
            <a:avLst/>
          </a:prstGeom>
          <a:noFill/>
          <a:ln cap="flat" cmpd="sng" w="152400">
            <a:solidFill>
              <a:srgbClr val="24B8F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4"/>
          <p:cNvSpPr txBox="1"/>
          <p:nvPr>
            <p:ph idx="1" type="body"/>
          </p:nvPr>
        </p:nvSpPr>
        <p:spPr>
          <a:xfrm>
            <a:off x="223750" y="436200"/>
            <a:ext cx="8176800" cy="103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3400">
                <a:solidFill>
                  <a:srgbClr val="080A05"/>
                </a:solidFill>
                <a:latin typeface="Merriweather"/>
                <a:ea typeface="Merriweather"/>
                <a:cs typeface="Merriweather"/>
                <a:sym typeface="Merriweather"/>
              </a:rPr>
              <a:t>Classic </a:t>
            </a:r>
            <a:r>
              <a:rPr b="1" lang="en" sz="3400">
                <a:solidFill>
                  <a:srgbClr val="080A05"/>
                </a:solidFill>
                <a:latin typeface="Merriweather"/>
                <a:ea typeface="Merriweather"/>
                <a:cs typeface="Merriweather"/>
                <a:sym typeface="Merriweather"/>
              </a:rPr>
              <a:t>theme</a:t>
            </a:r>
            <a:endParaRPr b="1" sz="3400">
              <a:solidFill>
                <a:srgbClr val="080A05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92" name="Google Shape;192;p24" title="B03E21D4-D6DA-49B9-8917-9F46D072F4C4.png"/>
          <p:cNvPicPr preferRelativeResize="0"/>
          <p:nvPr/>
        </p:nvPicPr>
        <p:blipFill rotWithShape="1">
          <a:blip r:embed="rId3">
            <a:alphaModFix/>
          </a:blip>
          <a:srcRect b="0" l="524" r="534" t="0"/>
          <a:stretch/>
        </p:blipFill>
        <p:spPr>
          <a:xfrm>
            <a:off x="223750" y="1347300"/>
            <a:ext cx="3501474" cy="2822375"/>
          </a:xfrm>
          <a:prstGeom prst="rect">
            <a:avLst/>
          </a:prstGeom>
          <a:noFill/>
          <a:ln>
            <a:noFill/>
          </a:ln>
          <a:effectLst>
            <a:outerShdw blurRad="128588" rotWithShape="0" algn="bl" dir="2460000" dist="104775">
              <a:srgbClr val="000000">
                <a:alpha val="50000"/>
              </a:srgbClr>
            </a:outerShdw>
          </a:effectLst>
        </p:spPr>
      </p:pic>
      <p:pic>
        <p:nvPicPr>
          <p:cNvPr id="193" name="Google Shape;193;p24" title="64FBCA65-321B-4AD7-8C06-B37D613E75C8.png"/>
          <p:cNvPicPr preferRelativeResize="0"/>
          <p:nvPr/>
        </p:nvPicPr>
        <p:blipFill rotWithShape="1">
          <a:blip r:embed="rId4">
            <a:alphaModFix/>
          </a:blip>
          <a:srcRect b="139" l="0" r="0" t="139"/>
          <a:stretch/>
        </p:blipFill>
        <p:spPr>
          <a:xfrm>
            <a:off x="3438711" y="2513125"/>
            <a:ext cx="3159524" cy="2528324"/>
          </a:xfrm>
          <a:prstGeom prst="rect">
            <a:avLst/>
          </a:prstGeom>
          <a:noFill/>
          <a:ln>
            <a:noFill/>
          </a:ln>
          <a:effectLst>
            <a:outerShdw blurRad="128588" rotWithShape="0" algn="bl" dir="2460000" dist="104775">
              <a:srgbClr val="000000">
                <a:alpha val="50000"/>
              </a:srgbClr>
            </a:outerShdw>
          </a:effectLst>
        </p:spPr>
      </p:pic>
      <p:pic>
        <p:nvPicPr>
          <p:cNvPr id="194" name="Google Shape;194;p24" title="95FA01B8-DCB6-4F57-BC3D-7D96AD63A182.png"/>
          <p:cNvPicPr preferRelativeResize="0"/>
          <p:nvPr/>
        </p:nvPicPr>
        <p:blipFill rotWithShape="1">
          <a:blip r:embed="rId5">
            <a:alphaModFix/>
          </a:blip>
          <a:srcRect b="69" l="0" r="0" t="69"/>
          <a:stretch/>
        </p:blipFill>
        <p:spPr>
          <a:xfrm>
            <a:off x="5813488" y="344713"/>
            <a:ext cx="3066751" cy="2439701"/>
          </a:xfrm>
          <a:prstGeom prst="rect">
            <a:avLst/>
          </a:prstGeom>
          <a:noFill/>
          <a:ln>
            <a:noFill/>
          </a:ln>
          <a:effectLst>
            <a:outerShdw blurRad="128588" rotWithShape="0" algn="bl" dir="2460000" dist="104775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750" y="1347300"/>
            <a:ext cx="3501475" cy="2822375"/>
          </a:xfrm>
          <a:prstGeom prst="rect">
            <a:avLst/>
          </a:prstGeom>
          <a:noFill/>
          <a:ln>
            <a:noFill/>
          </a:ln>
          <a:effectLst>
            <a:outerShdw blurRad="128588" rotWithShape="0" algn="bl" dir="2460000" dist="104775">
              <a:srgbClr val="000000">
                <a:alpha val="50000"/>
              </a:srgbClr>
            </a:outerShdw>
          </a:effectLst>
        </p:spPr>
      </p:pic>
      <p:pic>
        <p:nvPicPr>
          <p:cNvPr id="200" name="Google Shape;200;p25" title="D03B5D57-D828-4EAA-8F53-0772B669185B.png"/>
          <p:cNvPicPr preferRelativeResize="0"/>
          <p:nvPr/>
        </p:nvPicPr>
        <p:blipFill rotWithShape="1">
          <a:blip r:embed="rId4">
            <a:alphaModFix/>
          </a:blip>
          <a:srcRect b="0" l="139" r="139" t="0"/>
          <a:stretch/>
        </p:blipFill>
        <p:spPr>
          <a:xfrm>
            <a:off x="3438711" y="2513125"/>
            <a:ext cx="3159524" cy="2528325"/>
          </a:xfrm>
          <a:prstGeom prst="rect">
            <a:avLst/>
          </a:prstGeom>
          <a:noFill/>
          <a:ln>
            <a:noFill/>
          </a:ln>
          <a:effectLst>
            <a:outerShdw blurRad="128588" rotWithShape="0" algn="bl" dir="2460000" dist="104775">
              <a:srgbClr val="000000">
                <a:alpha val="50000"/>
              </a:srgbClr>
            </a:outerShdw>
          </a:effectLst>
        </p:spPr>
      </p:pic>
      <p:pic>
        <p:nvPicPr>
          <p:cNvPr id="201" name="Google Shape;201;p25" title="sdfv.png"/>
          <p:cNvPicPr preferRelativeResize="0"/>
          <p:nvPr/>
        </p:nvPicPr>
        <p:blipFill rotWithShape="1">
          <a:blip r:embed="rId5">
            <a:alphaModFix/>
          </a:blip>
          <a:srcRect b="495" l="0" r="0" t="485"/>
          <a:stretch/>
        </p:blipFill>
        <p:spPr>
          <a:xfrm>
            <a:off x="5813488" y="344713"/>
            <a:ext cx="3066751" cy="2439700"/>
          </a:xfrm>
          <a:prstGeom prst="rect">
            <a:avLst/>
          </a:prstGeom>
          <a:noFill/>
          <a:ln>
            <a:noFill/>
          </a:ln>
          <a:effectLst>
            <a:outerShdw blurRad="128588" rotWithShape="0" algn="bl" dir="2460000" dist="104775">
              <a:srgbClr val="000000">
                <a:alpha val="50000"/>
              </a:srgbClr>
            </a:outerShdw>
          </a:effectLst>
        </p:spPr>
      </p:pic>
      <p:sp>
        <p:nvSpPr>
          <p:cNvPr id="202" name="Google Shape;202;p25"/>
          <p:cNvSpPr txBox="1"/>
          <p:nvPr>
            <p:ph idx="1" type="body"/>
          </p:nvPr>
        </p:nvSpPr>
        <p:spPr>
          <a:xfrm>
            <a:off x="223750" y="436200"/>
            <a:ext cx="8176800" cy="1037100"/>
          </a:xfrm>
          <a:prstGeom prst="rect">
            <a:avLst/>
          </a:prstGeom>
          <a:effectLst>
            <a:outerShdw blurRad="28575" rotWithShape="0" algn="bl" dir="3120000" dist="38100">
              <a:srgbClr val="B7410E">
                <a:alpha val="9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3400">
                <a:solidFill>
                  <a:srgbClr val="228B22"/>
                </a:solidFill>
                <a:latin typeface="Merriweather"/>
                <a:ea typeface="Merriweather"/>
                <a:cs typeface="Merriweather"/>
                <a:sym typeface="Merriweather"/>
              </a:rPr>
              <a:t>Nature </a:t>
            </a:r>
            <a:r>
              <a:rPr b="1" lang="en" sz="3400">
                <a:solidFill>
                  <a:srgbClr val="228B22"/>
                </a:solidFill>
                <a:latin typeface="Merriweather"/>
                <a:ea typeface="Merriweather"/>
                <a:cs typeface="Merriweather"/>
                <a:sym typeface="Merriweather"/>
              </a:rPr>
              <a:t>theme</a:t>
            </a:r>
            <a:endParaRPr b="1" sz="3400">
              <a:solidFill>
                <a:srgbClr val="228B2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6" title="3FC7CF84-15B5-478F-92E7-CC8382145419.png"/>
          <p:cNvPicPr preferRelativeResize="0"/>
          <p:nvPr/>
        </p:nvPicPr>
        <p:blipFill rotWithShape="1">
          <a:blip r:embed="rId3">
            <a:alphaModFix/>
          </a:blip>
          <a:srcRect b="0" l="268" r="258" t="0"/>
          <a:stretch/>
        </p:blipFill>
        <p:spPr>
          <a:xfrm>
            <a:off x="223750" y="1347300"/>
            <a:ext cx="3501475" cy="2822375"/>
          </a:xfrm>
          <a:prstGeom prst="rect">
            <a:avLst/>
          </a:prstGeom>
          <a:noFill/>
          <a:ln>
            <a:noFill/>
          </a:ln>
          <a:effectLst>
            <a:outerShdw blurRad="128588" rotWithShape="0" algn="bl" dir="2460000" dist="104775">
              <a:srgbClr val="000000">
                <a:alpha val="50000"/>
              </a:srgbClr>
            </a:outerShdw>
          </a:effectLst>
        </p:spPr>
      </p:pic>
      <p:pic>
        <p:nvPicPr>
          <p:cNvPr id="208" name="Google Shape;208;p26" title="461F6CA7-1A2E-4942-AEE9-76173EC7A49B.png"/>
          <p:cNvPicPr preferRelativeResize="0"/>
          <p:nvPr/>
        </p:nvPicPr>
        <p:blipFill rotWithShape="1">
          <a:blip r:embed="rId4">
            <a:alphaModFix/>
          </a:blip>
          <a:srcRect b="0" l="109" r="109" t="0"/>
          <a:stretch/>
        </p:blipFill>
        <p:spPr>
          <a:xfrm>
            <a:off x="3438711" y="2513125"/>
            <a:ext cx="3159526" cy="2528325"/>
          </a:xfrm>
          <a:prstGeom prst="rect">
            <a:avLst/>
          </a:prstGeom>
          <a:noFill/>
          <a:ln>
            <a:noFill/>
          </a:ln>
          <a:effectLst>
            <a:outerShdw blurRad="128588" rotWithShape="0" algn="bl" dir="2460000" dist="104775">
              <a:srgbClr val="000000">
                <a:alpha val="50000"/>
              </a:srgbClr>
            </a:outerShdw>
          </a:effectLst>
        </p:spPr>
      </p:pic>
      <p:pic>
        <p:nvPicPr>
          <p:cNvPr id="209" name="Google Shape;209;p26" title="7C64CDA2-E1BE-4CFC-897B-873DEB2638D9.png"/>
          <p:cNvPicPr preferRelativeResize="0"/>
          <p:nvPr/>
        </p:nvPicPr>
        <p:blipFill rotWithShape="1">
          <a:blip r:embed="rId5">
            <a:alphaModFix/>
          </a:blip>
          <a:srcRect b="159" l="0" r="0" t="149"/>
          <a:stretch/>
        </p:blipFill>
        <p:spPr>
          <a:xfrm>
            <a:off x="5813488" y="344713"/>
            <a:ext cx="3066750" cy="2439700"/>
          </a:xfrm>
          <a:prstGeom prst="rect">
            <a:avLst/>
          </a:prstGeom>
          <a:noFill/>
          <a:ln>
            <a:noFill/>
          </a:ln>
          <a:effectLst>
            <a:outerShdw blurRad="128588" rotWithShape="0" algn="bl" dir="2460000" dist="104775">
              <a:srgbClr val="000000">
                <a:alpha val="50000"/>
              </a:srgbClr>
            </a:outerShdw>
          </a:effectLst>
        </p:spPr>
      </p:pic>
      <p:sp>
        <p:nvSpPr>
          <p:cNvPr id="210" name="Google Shape;210;p26"/>
          <p:cNvSpPr txBox="1"/>
          <p:nvPr>
            <p:ph idx="1" type="body"/>
          </p:nvPr>
        </p:nvSpPr>
        <p:spPr>
          <a:xfrm>
            <a:off x="223750" y="436200"/>
            <a:ext cx="8176800" cy="1037100"/>
          </a:xfrm>
          <a:prstGeom prst="rect">
            <a:avLst/>
          </a:prstGeom>
          <a:effectLst>
            <a:outerShdw blurRad="14288" rotWithShape="0" algn="bl" dir="3120000" dist="38100">
              <a:srgbClr val="00FA9A"/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3400">
                <a:solidFill>
                  <a:srgbClr val="DC143C"/>
                </a:solidFill>
                <a:latin typeface="Merriweather"/>
                <a:ea typeface="Merriweather"/>
                <a:cs typeface="Merriweather"/>
                <a:sym typeface="Merriweather"/>
              </a:rPr>
              <a:t>Strawberry </a:t>
            </a:r>
            <a:r>
              <a:rPr b="1" lang="en" sz="3400">
                <a:solidFill>
                  <a:srgbClr val="DC143C"/>
                </a:solidFill>
                <a:latin typeface="Merriweather"/>
                <a:ea typeface="Merriweather"/>
                <a:cs typeface="Merriweather"/>
                <a:sym typeface="Merriweather"/>
              </a:rPr>
              <a:t>theme</a:t>
            </a:r>
            <a:endParaRPr b="1" sz="3400">
              <a:solidFill>
                <a:srgbClr val="DC143C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7" title="BFACB488-B204-4D72-90AD-834903ED3D00.png"/>
          <p:cNvPicPr preferRelativeResize="0"/>
          <p:nvPr/>
        </p:nvPicPr>
        <p:blipFill rotWithShape="1">
          <a:blip r:embed="rId3">
            <a:alphaModFix/>
          </a:blip>
          <a:srcRect b="0" l="622" r="622" t="0"/>
          <a:stretch/>
        </p:blipFill>
        <p:spPr>
          <a:xfrm>
            <a:off x="223750" y="1347300"/>
            <a:ext cx="3501475" cy="2822376"/>
          </a:xfrm>
          <a:prstGeom prst="rect">
            <a:avLst/>
          </a:prstGeom>
          <a:noFill/>
          <a:ln>
            <a:noFill/>
          </a:ln>
          <a:effectLst>
            <a:outerShdw blurRad="128588" rotWithShape="0" algn="bl" dir="2460000" dist="104775">
              <a:srgbClr val="000000">
                <a:alpha val="50000"/>
              </a:srgbClr>
            </a:outerShdw>
          </a:effectLst>
        </p:spPr>
      </p:pic>
      <p:pic>
        <p:nvPicPr>
          <p:cNvPr id="216" name="Google Shape;216;p27" title="0ACE810E-5186-4958-BC03-9A54A599272B.png"/>
          <p:cNvPicPr preferRelativeResize="0"/>
          <p:nvPr/>
        </p:nvPicPr>
        <p:blipFill rotWithShape="1">
          <a:blip r:embed="rId4">
            <a:alphaModFix/>
          </a:blip>
          <a:srcRect b="0" l="149" r="159" t="0"/>
          <a:stretch/>
        </p:blipFill>
        <p:spPr>
          <a:xfrm>
            <a:off x="3438711" y="2513125"/>
            <a:ext cx="3159524" cy="2528324"/>
          </a:xfrm>
          <a:prstGeom prst="rect">
            <a:avLst/>
          </a:prstGeom>
          <a:noFill/>
          <a:ln>
            <a:noFill/>
          </a:ln>
          <a:effectLst>
            <a:outerShdw blurRad="128588" rotWithShape="0" algn="bl" dir="2460000" dist="104775">
              <a:srgbClr val="000000">
                <a:alpha val="50000"/>
              </a:srgbClr>
            </a:outerShdw>
          </a:effectLst>
        </p:spPr>
      </p:pic>
      <p:pic>
        <p:nvPicPr>
          <p:cNvPr id="217" name="Google Shape;217;p27" title="047028D3-3A8A-44DE-A3E6-C02256D675D1.png"/>
          <p:cNvPicPr preferRelativeResize="0"/>
          <p:nvPr/>
        </p:nvPicPr>
        <p:blipFill rotWithShape="1">
          <a:blip r:embed="rId5">
            <a:alphaModFix/>
          </a:blip>
          <a:srcRect b="495" l="0" r="0" t="504"/>
          <a:stretch/>
        </p:blipFill>
        <p:spPr>
          <a:xfrm>
            <a:off x="5813488" y="344713"/>
            <a:ext cx="3066751" cy="2439700"/>
          </a:xfrm>
          <a:prstGeom prst="rect">
            <a:avLst/>
          </a:prstGeom>
          <a:noFill/>
          <a:ln>
            <a:noFill/>
          </a:ln>
          <a:effectLst>
            <a:outerShdw blurRad="128588" rotWithShape="0" algn="bl" dir="2460000" dist="104775">
              <a:srgbClr val="000000">
                <a:alpha val="50000"/>
              </a:srgbClr>
            </a:outerShdw>
          </a:effectLst>
        </p:spPr>
      </p:pic>
      <p:sp>
        <p:nvSpPr>
          <p:cNvPr id="218" name="Google Shape;218;p27"/>
          <p:cNvSpPr txBox="1"/>
          <p:nvPr>
            <p:ph idx="1" type="body"/>
          </p:nvPr>
        </p:nvSpPr>
        <p:spPr>
          <a:xfrm>
            <a:off x="223750" y="436200"/>
            <a:ext cx="8176800" cy="1037100"/>
          </a:xfrm>
          <a:prstGeom prst="rect">
            <a:avLst/>
          </a:prstGeom>
          <a:effectLst>
            <a:outerShdw blurRad="14288" rotWithShape="0" algn="bl" dir="3120000" dist="38100">
              <a:srgbClr val="BDB76B"/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3400">
                <a:solidFill>
                  <a:srgbClr val="5F9EA0"/>
                </a:solidFill>
                <a:latin typeface="Merriweather"/>
                <a:ea typeface="Merriweather"/>
                <a:cs typeface="Merriweather"/>
                <a:sym typeface="Merriweather"/>
              </a:rPr>
              <a:t>Beachy </a:t>
            </a:r>
            <a:r>
              <a:rPr b="1" lang="en" sz="3400">
                <a:solidFill>
                  <a:srgbClr val="5F9EA0"/>
                </a:solidFill>
                <a:latin typeface="Merriweather"/>
                <a:ea typeface="Merriweather"/>
                <a:cs typeface="Merriweather"/>
                <a:sym typeface="Merriweather"/>
              </a:rPr>
              <a:t>theme</a:t>
            </a:r>
            <a:endParaRPr b="1" sz="3400">
              <a:solidFill>
                <a:srgbClr val="5F9EA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8" title="sdfghmnbv.png"/>
          <p:cNvPicPr preferRelativeResize="0"/>
          <p:nvPr/>
        </p:nvPicPr>
        <p:blipFill rotWithShape="1">
          <a:blip r:embed="rId3">
            <a:alphaModFix/>
          </a:blip>
          <a:srcRect b="0" l="475" r="465" t="0"/>
          <a:stretch/>
        </p:blipFill>
        <p:spPr>
          <a:xfrm>
            <a:off x="223750" y="1347300"/>
            <a:ext cx="3501475" cy="2822377"/>
          </a:xfrm>
          <a:prstGeom prst="rect">
            <a:avLst/>
          </a:prstGeom>
          <a:noFill/>
          <a:ln>
            <a:noFill/>
          </a:ln>
          <a:effectLst>
            <a:outerShdw blurRad="128588" rotWithShape="0" algn="bl" dir="2460000" dist="104775">
              <a:srgbClr val="000000">
                <a:alpha val="50000"/>
              </a:srgbClr>
            </a:outerShdw>
          </a:effectLst>
        </p:spPr>
      </p:pic>
      <p:pic>
        <p:nvPicPr>
          <p:cNvPr id="224" name="Google Shape;224;p28" title="62AA3099-9D13-4680-90B2-6B52580DBA29.png"/>
          <p:cNvPicPr preferRelativeResize="0"/>
          <p:nvPr/>
        </p:nvPicPr>
        <p:blipFill rotWithShape="1">
          <a:blip r:embed="rId4">
            <a:alphaModFix/>
          </a:blip>
          <a:srcRect b="0" l="238" r="238" t="0"/>
          <a:stretch/>
        </p:blipFill>
        <p:spPr>
          <a:xfrm>
            <a:off x="3438711" y="2513125"/>
            <a:ext cx="3159526" cy="2528324"/>
          </a:xfrm>
          <a:prstGeom prst="rect">
            <a:avLst/>
          </a:prstGeom>
          <a:noFill/>
          <a:ln>
            <a:noFill/>
          </a:ln>
          <a:effectLst>
            <a:outerShdw blurRad="128588" rotWithShape="0" algn="bl" dir="2460000" dist="104775">
              <a:srgbClr val="000000">
                <a:alpha val="50000"/>
              </a:srgbClr>
            </a:outerShdw>
          </a:effectLst>
        </p:spPr>
      </p:pic>
      <p:pic>
        <p:nvPicPr>
          <p:cNvPr id="225" name="Google Shape;225;p28" title="D4E594B5-96E6-4D24-A9B1-16C78E49BF27.png"/>
          <p:cNvPicPr preferRelativeResize="0"/>
          <p:nvPr/>
        </p:nvPicPr>
        <p:blipFill rotWithShape="1">
          <a:blip r:embed="rId5">
            <a:alphaModFix/>
          </a:blip>
          <a:srcRect b="169" l="0" r="0" t="169"/>
          <a:stretch/>
        </p:blipFill>
        <p:spPr>
          <a:xfrm>
            <a:off x="5813488" y="344713"/>
            <a:ext cx="3066752" cy="2439700"/>
          </a:xfrm>
          <a:prstGeom prst="rect">
            <a:avLst/>
          </a:prstGeom>
          <a:noFill/>
          <a:ln>
            <a:noFill/>
          </a:ln>
          <a:effectLst>
            <a:outerShdw blurRad="128588" rotWithShape="0" algn="bl" dir="2460000" dist="104775">
              <a:srgbClr val="000000">
                <a:alpha val="50000"/>
              </a:srgbClr>
            </a:outerShdw>
          </a:effectLst>
        </p:spPr>
      </p:pic>
      <p:sp>
        <p:nvSpPr>
          <p:cNvPr id="226" name="Google Shape;226;p28"/>
          <p:cNvSpPr txBox="1"/>
          <p:nvPr>
            <p:ph idx="1" type="body"/>
          </p:nvPr>
        </p:nvSpPr>
        <p:spPr>
          <a:xfrm>
            <a:off x="223750" y="436200"/>
            <a:ext cx="8176800" cy="1037100"/>
          </a:xfrm>
          <a:prstGeom prst="rect">
            <a:avLst/>
          </a:prstGeom>
          <a:effectLst>
            <a:outerShdw blurRad="57150" rotWithShape="0" algn="bl" dir="3120000" dist="38100">
              <a:srgbClr val="FF8C00"/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3400">
                <a:solidFill>
                  <a:srgbClr val="080A05"/>
                </a:solidFill>
                <a:latin typeface="Merriweather"/>
                <a:ea typeface="Merriweather"/>
                <a:cs typeface="Merriweather"/>
                <a:sym typeface="Merriweather"/>
              </a:rPr>
              <a:t>Dark </a:t>
            </a:r>
            <a:r>
              <a:rPr b="1" lang="en" sz="3400">
                <a:solidFill>
                  <a:srgbClr val="080A05"/>
                </a:solidFill>
                <a:latin typeface="Merriweather"/>
                <a:ea typeface="Merriweather"/>
                <a:cs typeface="Merriweather"/>
                <a:sym typeface="Merriweather"/>
              </a:rPr>
              <a:t>theme</a:t>
            </a:r>
            <a:endParaRPr b="1" sz="3400">
              <a:solidFill>
                <a:srgbClr val="080A05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A05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9"/>
          <p:cNvSpPr txBox="1"/>
          <p:nvPr>
            <p:ph type="ctrTitle"/>
          </p:nvPr>
        </p:nvSpPr>
        <p:spPr>
          <a:xfrm>
            <a:off x="244962" y="1173679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0">
                <a:solidFill>
                  <a:srgbClr val="B80404"/>
                </a:solidFill>
                <a:latin typeface="Merriweather ExtraBold"/>
                <a:ea typeface="Merriweather ExtraBold"/>
                <a:cs typeface="Merriweather ExtraBold"/>
                <a:sym typeface="Merriweather ExtraBold"/>
              </a:rPr>
              <a:t>APP DEMO</a:t>
            </a:r>
            <a:endParaRPr sz="4933">
              <a:solidFill>
                <a:srgbClr val="0B739F"/>
              </a:solidFill>
              <a:latin typeface="Merriweather ExtraBold"/>
              <a:ea typeface="Merriweather ExtraBold"/>
              <a:cs typeface="Merriweather ExtraBold"/>
              <a:sym typeface="Merriweather ExtraBold"/>
            </a:endParaRPr>
          </a:p>
        </p:txBody>
      </p:sp>
      <p:sp>
        <p:nvSpPr>
          <p:cNvPr id="232" name="Google Shape;232;p29"/>
          <p:cNvSpPr txBox="1"/>
          <p:nvPr>
            <p:ph type="ctrTitle"/>
          </p:nvPr>
        </p:nvSpPr>
        <p:spPr>
          <a:xfrm>
            <a:off x="193922" y="1134416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0">
                <a:solidFill>
                  <a:srgbClr val="24B8F7"/>
                </a:solidFill>
                <a:latin typeface="Merriweather ExtraBold"/>
                <a:ea typeface="Merriweather ExtraBold"/>
                <a:cs typeface="Merriweather ExtraBold"/>
                <a:sym typeface="Merriweather ExtraBold"/>
              </a:rPr>
              <a:t>APP DEMO</a:t>
            </a:r>
            <a:endParaRPr sz="4933">
              <a:solidFill>
                <a:srgbClr val="24B8F7"/>
              </a:solidFill>
              <a:latin typeface="Merriweather ExtraBold"/>
              <a:ea typeface="Merriweather ExtraBold"/>
              <a:cs typeface="Merriweather ExtraBold"/>
              <a:sym typeface="Merriweather ExtraBold"/>
            </a:endParaRPr>
          </a:p>
        </p:txBody>
      </p:sp>
      <p:pic>
        <p:nvPicPr>
          <p:cNvPr id="233" name="Google Shape;233;p29" title="winap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61975" y="3339000"/>
            <a:ext cx="1491499" cy="14914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4" name="Google Shape;234;p29"/>
          <p:cNvCxnSpPr/>
          <p:nvPr/>
        </p:nvCxnSpPr>
        <p:spPr>
          <a:xfrm flipH="1" rot="10800000">
            <a:off x="-17850" y="1771313"/>
            <a:ext cx="9237300" cy="2673600"/>
          </a:xfrm>
          <a:prstGeom prst="straightConnector1">
            <a:avLst/>
          </a:prstGeom>
          <a:noFill/>
          <a:ln cap="flat" cmpd="sng" w="114300">
            <a:solidFill>
              <a:srgbClr val="B8040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" name="Google Shape;235;p29"/>
          <p:cNvCxnSpPr/>
          <p:nvPr/>
        </p:nvCxnSpPr>
        <p:spPr>
          <a:xfrm flipH="1" rot="10800000">
            <a:off x="-39775" y="1829450"/>
            <a:ext cx="9449700" cy="2735700"/>
          </a:xfrm>
          <a:prstGeom prst="straightConnector1">
            <a:avLst/>
          </a:prstGeom>
          <a:noFill/>
          <a:ln cap="flat" cmpd="sng" w="114300">
            <a:solidFill>
              <a:srgbClr val="24B8F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